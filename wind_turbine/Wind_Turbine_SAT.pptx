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141A4-7801-481E-91ED-F7751F3358EF}" type="datetimeFigureOut"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6279E-CF24-4C76-9D84-8B01E8FBEB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3291840"/>
            <a:ext cx="109728" cy="2194560"/>
          </a:xfrm>
          <a:prstGeom prst="rect">
            <a:avLst/>
          </a:prstGeom>
          <a:solidFill>
            <a:srgbClr val="184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2" y="31821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925812" y="1920240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 rot="7200000">
            <a:off x="9925812" y="1920240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 rot="14400000">
            <a:off x="9925812" y="1920240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SMALL-SCALE WIND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TURBINE GENERATOR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and controlled system combining a mechanical gear train and an electronic controller to generate and manage renewable electricity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 |  SCHOOL-ASSESSED TASK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 •  Unit 3 &amp; 4 Systems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meets the assessment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criteria structure this presentation, from defining the problem through to a working, tested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blurRad="76200" dist="25400" dir="5400000" algn="bl" rotWithShape="0">
              <a:srgbClr val="1C3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91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751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Investigating &amp; Defining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9751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ethical consideration, context, constraints and design brief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blurRad="76200" dist="25400" dir="5400000" algn="bl" rotWithShape="0">
              <a:srgbClr val="1C3D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80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8163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&amp; Designing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8163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and electronic options, research, and the preferred design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blurRad="76200" dist="25400" dir="5400000" algn="bl" rotWithShape="0">
              <a:srgbClr val="1C3D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216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6576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plan, milestones, safety and risk management strategy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439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blurRad="76200" dist="25400" dir="5400000" algn="bl" rotWithShape="0">
              <a:srgbClr val="1C3D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56285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4988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49884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processes, OHS compliance and risk management in practice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  <a:effectLst>
            <a:outerShdw blurRad="76200" dist="25400" dir="5400000" algn="bl" rotWithShape="0">
              <a:srgbClr val="1C3D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4041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3400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53400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system, testing, decisions, modifications and evaluation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— INVESTIGATING AND DEFINING A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ethical consideration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households, farms and remote properties rely entirely on grid electricity generated from fossil fuels, or have no reliable access to power at all. A compact, roof- or pole-mounted wind turbine could generate a supplementary supply of renewable electricity on a small block or rural property, reducing reliance on non-renewable energy.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consideration: environmental sustainability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considers the ethical obligation to reduce reliance on fossil-fuel-generated electricity by making small-scale renewable generation accessible and affordable, rather than limited to large commercial wind farms. It also considers the responsible, low-waste use of materials in manufacture.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60920" y="1554480"/>
            <a:ext cx="4251960" cy="219456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0" y="21031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Small-scale, distributed generation lets individual households reduce fossil-fuel electricity use without the cost or scale of a commercial wind farm.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3886200"/>
            <a:ext cx="4251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35240" y="44348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an integrated and controlled system generate and manage electricity from wind on a small residential scale, while remaining safe, affordable and low-impact?”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— INVESTIGATING AND DEFINING A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constraints &amp;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661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residential block or rural property with intermittent wind access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a pole or existing structure, away from main foot traffic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feeds low-power devices, a battery bank, or is safely dumped as heat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0020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20240"/>
            <a:ext cx="356616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Budget-limited student build — low-cost, accessible materials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diameter and tower height limited by mounting location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from a small DC generator/motor-as-generator, not mains voltage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timeframe set by the school-assessed task schedule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0020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920240"/>
            <a:ext cx="356616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37744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vibration from the gear train and blades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Weatherproofing of electronic components outdoors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Overspeed / over-voltage protection for the controller and battery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of materials chosen (recyclability, waste)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— INVESTIGATING AND DEFINING A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produce a small-scale, integrated and controlled wind turbine generator system that converts wind energy into a mechanical rotation, steps up that rotation through a gear train, and uses an electronic controller to safely direct the generated electricity to battery storage, direct use, or a dump load — supporting greater household access to renewable energy.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 — the finished system must: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freely in low-to-moderate wind and generate a measurable DC voltage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gear train to increase generator shaft speed relative to the blade speed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controller that directs electricity to at least two destinations (e.g. battery, direct load, dump load)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26480" y="37033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battery and electronics from overcharge and overspeed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constructed and tested safely, in line with OHS and risk management practices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within the project's budget and use low-impact, mostly recyclable materials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— INVESTIGATING AND DEFINING A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Research: factors influencing the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each factor for your own site and record data/sources here — this drives your gear ratio and controller choices.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947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resource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wind speeds at the mounting site and how often low-wind periods occur — determines whether gearing up is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659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947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type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DC motor used as a generator has a minimum RPM to produce useful voltage — informs the gear ratio.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65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23960" y="1947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&amp; manufacture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and blade material affects strength, weight, cost and environmental footprint (e.g. recycled plastic vs new).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40050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safety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chemistry and controller components must handle expected voltage/current without overheating.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023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0" y="40050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Mounting &amp; structure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4526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tower stability and vibration affect gearbox wear and noise over time.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0233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823960" y="40050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availability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526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gears/motors vs 3D-printed or fabricated parts affects budget and lead time.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 — GENERATING AND DESIGNING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component: gear train options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Direct drive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gearing)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Blades connect straight to the generator shaft.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Simplest, fewest moving parts, least friction/noise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often turns too slowly in light wind for useful voltage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Single-stage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 gear step-up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large gear on the blade shaft drives a small gear on the generator shaft.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Boosts generator RPM; simple to model and 3D-print; easy to change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some friction and noise; needs a housing/bearings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Two-stage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 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gear pairs in series for a larger overall step-up ratio.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very high generator RPM even in light wind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parts, more friction losses, harder to align and manufacture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ratio: a gear step-up ratio should be chosen using measured blade RPM in typical site wind and the generator's minimum useful RPM, so record real test figures here once built.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 — GENERATING AND DESIGNING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component: controller options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Diode + battery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rectifier diode stops the battery discharging back through the generator; battery charges whenever the turbine spins.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simple, cheap, few failure 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 over overcharge, no way to choose battery vs direct use vs dump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Relay/switch-based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simple electronic switching directs current to battery, a direct load, or a dump-load resistor.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the user real choice over how electricity is used; easy to demonstrate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switching only; relies on the user noticing when to switch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Microcontroller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microcontroller reads battery voltage and automatically switches between charging the battery, powering a direct load, or diverting excess to a dump load.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automatic; protects battery from overcharge; most functional and marketable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complex to program and troubleshoot; more components that can 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 — GENERATING AND DESIGNING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design option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Blades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52344" y="2084832"/>
            <a:ext cx="393192" cy="219456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69164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691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Gear Train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(Option B)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04104" y="2084832"/>
            <a:ext cx="393192" cy="219456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169164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91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55864" y="2084832"/>
            <a:ext cx="393192" cy="219456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69164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691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(Option C)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978640" y="320040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978640" y="3977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78640" y="3977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978640" y="4754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78640" y="4754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(regulation)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78340" y="2697480"/>
            <a:ext cx="0" cy="502920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78340" y="3200400"/>
            <a:ext cx="2400300" cy="0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77726" y="3200400"/>
            <a:ext cx="0" cy="292608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977726" y="3200400"/>
            <a:ext cx="0" cy="1069848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77726" y="3200400"/>
            <a:ext cx="0" cy="1847088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single-stage gear step-up (Option B) balances useful generator speed against manufacturing complexity and friction losses. Paired with a microcontroller charge controller (Option C), the system automatically protects the battery and gives real choice over how electricity is used — directly addressing the ethical goal of accessible, well-managed renewable generation.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 —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&amp;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103120" cy="32918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6060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Finalise research &amp; 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188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gear ratio, source generator/motor, finalise controller circuit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670048" y="1975104"/>
            <a:ext cx="109728" cy="201168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828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2468880"/>
            <a:ext cx="2103120" cy="32918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26060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3D-print/fabricate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98648" y="3246120"/>
            <a:ext cx="188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cut gears and blade hub, build tower/mount, test-fit gear train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910328" y="1975104"/>
            <a:ext cx="109728" cy="201168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828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2468880"/>
            <a:ext cx="2103120" cy="32918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6060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electronics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38928" y="3246120"/>
            <a:ext cx="188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controller circuit, program/wire switching logic, bench-test with a drill/fan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50608" y="1975104"/>
            <a:ext cx="109728" cy="201168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1828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7–8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69480" y="2468880"/>
            <a:ext cx="2103120" cy="32918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9208" y="26060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&amp; test system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79208" y="3246120"/>
            <a:ext cx="188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turbine, run functional and safety tests, log voltage/RPM data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390888" y="1975104"/>
            <a:ext cx="109728" cy="201168"/>
          </a:xfrm>
          <a:prstGeom prst="rightArrow">
            <a:avLst/>
          </a:prstGeom>
          <a:solidFill>
            <a:srgbClr val="5B7370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0" y="1828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9–10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0" y="2468880"/>
            <a:ext cx="2103120" cy="32918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19488" y="26060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&amp; evaluate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19488" y="3246120"/>
            <a:ext cx="188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modifications/repairs based on test data, finalise documentation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check-ins: measurable outputs are logged at the end of each stage (e.g. generator no-load voltage, gear alignment, controller switching behaviour) to track progress against this plan.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 —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risk assessment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are managed using the hierarchy of control, from most to least effective: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applied to this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sharp/spinning blade edges from 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turbine out of hand's reach; round blade tips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hazardous materials/tools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low-voltage DC only; avoid mains-voltage components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the hazard away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Blade/gear guard housing; fused/current-limited controller circuit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how the task is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test procedure; only power on with supervision present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Protective equipment as a last line of defence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glasses when soldering/machining; insulated tools near battery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4 — IMPLEMENTING PROCESSES AND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5661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processes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 or laser-cut gears and blade hub to modelled dimensions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Machine/assemble the tower mount and bearing housing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and wire the controller circuit; program switching logic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generator, gear train and controller onto the mount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002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65960"/>
            <a:ext cx="356616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OHS compliance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workshop safety rules for cutting, printing and soldering tools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blade/gear train guarded while testing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current-limited power sources when bench-testing electronics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session's hazards and controls used, as planned in Criterion 3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002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965960"/>
            <a:ext cx="356616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in 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46888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any near-misses or issues (e.g. gear slipping, wiring short) and how they were controlled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work plan if a step reveals a new hazard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8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key build stages as evidence of safe practice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5 — REALISATION OF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data &amp; decision-making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test data to collect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No-load generator voltage at measured blade RPM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Voltage/current delivered to battery vs. direct load vs. dump load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switching threshold (voltage at which it changes output)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train noise, wear and alignment after repeated running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behaviour in low wind vs. gusty conditions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6002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Documenting decisions, modifications &amp; repairs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system is tested, each decision should be justified with data — for example, changing the gear ratio because measured generator voltage was too low, or adding a heatsink to the dump-load resistor because it overheated during testing.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3474720"/>
            <a:ext cx="4983480" cy="2377440"/>
          </a:xfrm>
          <a:prstGeom prst="roundRect">
            <a:avLst>
              <a:gd name="adj" fmla="val 2308"/>
            </a:avLst>
          </a:prstGeom>
          <a:solidFill>
            <a:srgbClr val="F4F7F6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log template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observed  →  Data recorded  →  Modification made  →  Result after retesting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structure for each change made during realisation, supported by photos and measured values from your own build.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against the design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783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turbine generate a measurable voltage and does the controller correctly switch between battery, direct use and dump load?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1810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535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9535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OHS practices and the hierarchy of control followed throughout construction and testing?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885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239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4123944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system improve access to renewable, low-impact electricity generation on a small scale?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589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9437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9120" y="5294376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materials low-waste/recyclable, and is the design efficient for the resources used?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56816" y="2377440"/>
            <a:ext cx="109728" cy="2011680"/>
          </a:xfrm>
          <a:prstGeom prst="rect">
            <a:avLst/>
          </a:prstGeom>
          <a:solidFill>
            <a:srgbClr val="184A47"/>
          </a:solidFill>
          <a:ln/>
        </p:spPr>
      </p:sp>
      <p:sp>
        <p:nvSpPr>
          <p:cNvPr id="3" name="Shape 1"/>
          <p:cNvSpPr/>
          <p:nvPr/>
        </p:nvSpPr>
        <p:spPr>
          <a:xfrm>
            <a:off x="1901952" y="22677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970532" y="109728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 rot="7200000">
            <a:off x="1970532" y="109728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 rot="14400000">
            <a:off x="1970532" y="109728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468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mechanical gear train, the controller logic, or the ethical case for small-scale wind generation are welcome.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Systems Engineering — School-assessed Task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2026-07-28T00:59:38Z</dcterms:created>
  <dcterms:modified xsi:type="dcterms:W3CDTF">2026-07-28T02:23:10Z</dcterms:modified>
</cp:coreProperties>
</file>